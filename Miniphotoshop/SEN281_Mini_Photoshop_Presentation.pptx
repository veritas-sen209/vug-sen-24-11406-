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595"/>
            <a:ext cx="7772400" cy="1720850"/>
          </a:xfrm>
        </p:spPr>
        <p:txBody>
          <a:bodyPr/>
          <a:lstStyle/>
          <a:p>
            <a:r>
              <a:t>Simple Image Filter Application (“Mini Photoshop”)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87575"/>
            <a:ext cx="6400800" cy="4069080"/>
          </a:xfrm>
        </p:spPr>
        <p:txBody>
          <a:bodyPr/>
          <a:lstStyle/>
          <a:p>
            <a:r>
              <a:rPr b="1"/>
              <a:t>Course: SEN 281 – Computer Vision</a:t>
            </a:r>
            <a:endParaRPr b="1"/>
          </a:p>
          <a:p>
            <a:r>
              <a:rPr b="1"/>
              <a:t>Student Name: </a:t>
            </a:r>
            <a:endParaRPr b="1"/>
          </a:p>
          <a:p>
            <a:r>
              <a:rPr lang="en-US" b="1"/>
              <a:t>Edwin Beneth Ugochukwu</a:t>
            </a:r>
            <a:endParaRPr b="1"/>
          </a:p>
          <a:p>
            <a:r>
              <a:rPr b="1"/>
              <a:t>Matric Number: </a:t>
            </a:r>
            <a:r>
              <a:rPr lang="en-US" b="1"/>
              <a:t>VUG/SEN/24/11406</a:t>
            </a:r>
            <a:endParaRPr b="1"/>
          </a:p>
          <a:p>
            <a:r>
              <a:rPr b="1"/>
              <a:t>Institution: Veritas University Abuja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users require a simple and lightweight application to apply basic image enhancements such as grayscale conversion, blur, sharpening, and edge detection. However, existing image editing tools are complex, expensive, and difficult for beginners.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Develop a Windows desktop application using Python</a:t>
            </a:r>
          </a:p>
          <a:p>
            <a:r>
              <a:t>- Use OpenCV for image processing</a:t>
            </a:r>
          </a:p>
          <a:p>
            <a:r>
              <a:t>- Use Tkinter for graphical user interface</a:t>
            </a:r>
          </a:p>
          <a:p>
            <a:r>
              <a:t>- Provide real-time preview of filters</a:t>
            </a:r>
          </a:p>
          <a:p>
            <a:r>
              <a:t>- Allow saving of edited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Launch application</a:t>
            </a:r>
          </a:p>
          <a:p>
            <a:r>
              <a:t>2. Load image</a:t>
            </a:r>
          </a:p>
          <a:p>
            <a:r>
              <a:t>3. Select filter</a:t>
            </a:r>
          </a:p>
          <a:p>
            <a:r>
              <a:t>4. Process image using OpenCV</a:t>
            </a:r>
          </a:p>
          <a:p>
            <a:r>
              <a:t>5. Display output</a:t>
            </a:r>
          </a:p>
          <a:p>
            <a:r>
              <a:t>6. Save image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Screenshots</a:t>
            </a:r>
          </a:p>
        </p:txBody>
      </p:sp>
      <p:pic>
        <p:nvPicPr>
          <p:cNvPr id="3" name="Picture 2" descr="Theinterfa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114800" cy="1957589"/>
          </a:xfrm>
          <a:prstGeom prst="rect">
            <a:avLst/>
          </a:prstGeom>
        </p:spPr>
      </p:pic>
      <p:pic>
        <p:nvPicPr>
          <p:cNvPr id="4" name="Picture 3" descr="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1996615"/>
          </a:xfrm>
          <a:prstGeom prst="rect">
            <a:avLst/>
          </a:prstGeom>
        </p:spPr>
      </p:pic>
      <p:pic>
        <p:nvPicPr>
          <p:cNvPr id="5" name="Picture 4" descr="Graysca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" y="3733800"/>
            <a:ext cx="4105910" cy="23107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932305" y="34455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The interface</a:t>
            </a:r>
            <a:endParaRPr lang="en-US" altLang="en-GB"/>
          </a:p>
        </p:txBody>
      </p:sp>
      <p:sp>
        <p:nvSpPr>
          <p:cNvPr id="8" name="Text Box 7"/>
          <p:cNvSpPr txBox="1"/>
          <p:nvPr/>
        </p:nvSpPr>
        <p:spPr>
          <a:xfrm>
            <a:off x="2066290" y="61353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Grayscale</a:t>
            </a:r>
            <a:endParaRPr lang="en-US" altLang="en-GB"/>
          </a:p>
        </p:txBody>
      </p:sp>
      <p:sp>
        <p:nvSpPr>
          <p:cNvPr id="9" name="Text Box 8"/>
          <p:cNvSpPr txBox="1"/>
          <p:nvPr/>
        </p:nvSpPr>
        <p:spPr>
          <a:xfrm>
            <a:off x="6260465" y="33680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Blur</a:t>
            </a:r>
            <a:endParaRPr lang="en-US" altLang="en-GB"/>
          </a:p>
        </p:txBody>
      </p:sp>
      <p:pic>
        <p:nvPicPr>
          <p:cNvPr id="10" name="Picture 9" descr="EdgeDete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645" y="3736340"/>
            <a:ext cx="3633470" cy="22701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096000" y="61353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Edge Detection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Simple Image Filter Application successfully demonstrates the application of computer vision techniques for basic image enhancement in a simple and user-friendly manner.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Limited to basic image filters</a:t>
            </a:r>
          </a:p>
          <a:p>
            <a:r>
              <a:t>- No undo/redo functionality</a:t>
            </a:r>
          </a:p>
          <a:p>
            <a:r>
              <a:t>- Desktop application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1146</Words>
  <Application>WPS Presentation</Application>
  <PresentationFormat>On-screen Show (4:3)</PresentationFormat>
  <Paragraphs>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Simple Image Filter Application (“Mini Photoshop”)</vt:lpstr>
      <vt:lpstr>Problem Statement</vt:lpstr>
      <vt:lpstr>Proposed Solution</vt:lpstr>
      <vt:lpstr>System Workflow / Methodology</vt:lpstr>
      <vt:lpstr>Results and Screenshots</vt:lpstr>
      <vt:lpstr>Conclusion</vt:lpstr>
      <vt:lpstr>Limitations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Beneth Jnr Edwin</cp:lastModifiedBy>
  <cp:revision>3</cp:revision>
  <dcterms:created xsi:type="dcterms:W3CDTF">2013-01-27T09:14:00Z</dcterms:created>
  <dcterms:modified xsi:type="dcterms:W3CDTF">2026-01-19T07:48:59Z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E66BCDCB91E941B28CED89A0047466A8_13</vt:lpwstr>
  </property>
  <property fmtid="{D5CDD505-2E9C-101B-9397-08002B2CF9AE}" pid="3" name="KSOProductBuildVer">
    <vt:lpwstr>2057-12.2.0.23197</vt:lpwstr>
  </property>
</Properties>
</file>